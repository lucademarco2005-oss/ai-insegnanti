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4F46E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USARE L'INTELLIGENZA ARTIFICIALE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3504" y="187452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modo potenziante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658368" y="3611880"/>
            <a:ext cx="502920" cy="822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Incontro 1 — Cos'è l'IA e perché ti riguarda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58368" y="5029200"/>
            <a:ext cx="237744" cy="23774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1042416" y="5029200"/>
            <a:ext cx="237744" cy="23774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Shape 9"/>
          <p:cNvSpPr/>
          <p:nvPr/>
        </p:nvSpPr>
        <p:spPr>
          <a:xfrm>
            <a:off x="1426464" y="5029200"/>
            <a:ext cx="237744" cy="23774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>
            <a:off x="1810512" y="5029200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Formazione docenti sull'Intelligenza Artificiale · PNRR DM 219/2025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2926080" cy="384048"/>
          </a:xfrm>
          <a:prstGeom prst="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PATTO D'AULA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funziona questo corso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10881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6E3FB"/>
            </a:solidFill>
            <a:prstDash val="solid"/>
          </a:ln>
          <a:effectLst>
            <a:outerShdw sx="100000" sy="100000" kx="0" ky="0" algn="bl" rotWithShape="0" blurRad="76200" dist="25400" dir="5400000">
              <a:srgbClr val="D9D5F2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96312"/>
            <a:ext cx="621792" cy="6217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9631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240487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Interattivo e pratico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828800" y="280720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una lezione frontale: si fa, si prova, si sbaglia. L'IA si impara usandola.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538728"/>
            <a:ext cx="10881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6E3FB"/>
            </a:solidFill>
            <a:prstDash val="solid"/>
          </a:ln>
          <a:effectLst>
            <a:outerShdw sx="100000" sy="100000" kx="0" ky="0" algn="bl" rotWithShape="0" blurRad="76200" dist="25400" dir="5400000">
              <a:srgbClr val="D9D5F2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794760"/>
            <a:ext cx="621792" cy="6217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9476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37033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 spazio di confronto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828800" y="4105656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Oggi più che mai serve: sull'IA siamo tutti, in parte, principianti.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837176"/>
            <a:ext cx="10881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6E3FB"/>
            </a:solidFill>
            <a:prstDash val="solid"/>
          </a:ln>
          <a:effectLst>
            <a:outerShdw sx="100000" sy="100000" kx="0" ky="0" algn="bl" rotWithShape="0" blurRad="76200" dist="25400" dir="5400000">
              <a:srgbClr val="D9D5F2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093208"/>
            <a:ext cx="621792" cy="62179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9320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828800" y="500176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la vostra partecipazione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828800" y="5404104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Porterete i vostri casi reali, non esempi astratti. Più mettete, più portate a casa.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INSEGNANTI · Formazione PNRR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0" y="640080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2926080" cy="384048"/>
          </a:xfrm>
          <a:prstGeom prst="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tuoi studenti sono già avanti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57800" cy="2834640"/>
          </a:xfrm>
          <a:prstGeom prst="roundRect">
            <a:avLst>
              <a:gd name="adj" fmla="val 4516"/>
            </a:avLst>
          </a:prstGeom>
          <a:solidFill>
            <a:srgbClr val="1E1B4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514600"/>
            <a:ext cx="5257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914400" y="397764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degli studenti italiani usa l'IA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63640" y="2286000"/>
            <a:ext cx="5257800" cy="283464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9050">
            <a:solidFill>
              <a:srgbClr val="E6E3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2514600"/>
            <a:ext cx="5257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6537960" y="397764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degli insegnanti la usa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 l'unico adulto che può ancora insegnare la differenza tra usarla bene e usarla male.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GoStudent Education Future Report 2025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424160" y="635508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7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657600" cy="3657600"/>
          </a:xfrm>
          <a:prstGeom prst="ellipse">
            <a:avLst/>
          </a:prstGeom>
          <a:solidFill>
            <a:srgbClr val="1E1B4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2743200" cy="420624"/>
          </a:xfrm>
          <a:prstGeom prst="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DIBATTITO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20440" y="67665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E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Parla la stanza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607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l'IA può fare tutto questo…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resta che deve fare l'insegnante?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58368" y="4846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Il ruolo non sparisce: si sposta. Da chi trasmette nozioni a chi guida il rapporto con la conoscenza.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5852160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" y="5852160"/>
            <a:ext cx="237744" cy="237744"/>
          </a:xfrm>
          <a:prstGeom prst="ellipse">
            <a:avLst/>
          </a:prstGeom>
          <a:solidFill>
            <a:srgbClr val="FFD9C2"/>
          </a:solidFill>
          <a:ln/>
        </p:spPr>
      </p:sp>
      <p:sp>
        <p:nvSpPr>
          <p:cNvPr id="10" name="Shape 8"/>
          <p:cNvSpPr/>
          <p:nvPr/>
        </p:nvSpPr>
        <p:spPr>
          <a:xfrm>
            <a:off x="1426464" y="5852160"/>
            <a:ext cx="237744" cy="237744"/>
          </a:xfrm>
          <a:prstGeom prst="ellipse">
            <a:avLst/>
          </a:prstGeom>
          <a:solidFill>
            <a:srgbClr val="1E1B4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2026-06-04T14:21:43Z</dcterms:created>
  <dcterms:modified xsi:type="dcterms:W3CDTF">2026-06-04T14:21:43Z</dcterms:modified>
</cp:coreProperties>
</file>